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lvl1pPr marL="0" algn="l">
      <a:defRPr sz="1800" kern="1200">
        <a:solidFill>
          <a:schemeClr val="tx1"/>
        </a:solidFill>
        <a:latin typeface="+mn-lt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rtner logo" descr="Partner Demo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44200" y="304800"/>
            <a:ext cx="1143000" cy="381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 kern="1200">
          <a:solidFill>
            <a:schemeClr val="tx1"/>
          </a:solidFill>
          <a:latin typeface="+mj-lt"/>
        </a:defRPr>
      </a:lvl1pPr>
    </p:titleStyle>
    <p:bodyStyle>
      <a:lvl1pPr>
        <a:defRPr sz="2000" kern="1200">
          <a:solidFill>
            <a:schemeClr val="tx1"/>
          </a:solidFill>
          <a:latin typeface="+mn-lt"/>
        </a:defRPr>
      </a:lvl1pPr>
    </p:bodyStyle>
    <p:otherStyle>
      <a:lvl1pPr>
        <a:defRPr sz="1800" kern="1200">
          <a:solidFill>
            <a:schemeClr val="tx1"/>
          </a:solidFill>
          <a:latin typeface="+mn-lt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914400" y="2286000"/>
            <a:ext cx="10363200" cy="16002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4400" dirty="0">
                <a:solidFill>
                  <a:schemeClr val="accent2"/>
                </a:solidFill>
                <a:latin typeface="+mj-lt"/>
              </a:rPr>
              <a:t>Partner Demo</a:t>
            </a:r>
          </a:p>
          <a:p>
            <a:r>
              <a:rPr lang="en-US" sz="2000" dirty="0">
                <a:solidFill>
                  <a:schemeClr val="tx2"/>
                </a:solidFill>
                <a:latin typeface="+mn-lt"/>
              </a:rPr>
              <a:t>A sample template for trying brand import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tner Demo">
  <a:themeElements>
    <a:clrScheme name="Partner Demo">
      <a:dk1>
        <a:sysClr val="windowText" lastClr="000000"/>
      </a:dk1>
      <a:lt1>
        <a:sysClr val="window" lastClr="FFFFFF"/>
      </a:lt1>
      <a:dk2>
        <a:srgbClr val="1F2A37"/>
      </a:dk2>
      <a:lt2>
        <a:srgbClr val="F3F4F6"/>
      </a:lt2>
      <a:accent1>
        <a:srgbClr val="14B8A6"/>
      </a:accent1>
      <a:accent2>
        <a:srgbClr val="0F766E"/>
      </a:accent2>
      <a:accent3>
        <a:srgbClr val="F59E0B"/>
      </a:accent3>
      <a:accent4>
        <a:srgbClr val="6366F1"/>
      </a:accent4>
      <a:accent5>
        <a:srgbClr val="64748B"/>
      </a:accent5>
      <a:accent6>
        <a:srgbClr val="0EA5E9"/>
      </a:accent6>
      <a:hlink>
        <a:srgbClr val="0F766E"/>
      </a:hlink>
      <a:folHlink>
        <a:srgbClr val="6366F1"/>
      </a:folHlink>
    </a:clrScheme>
    <a:fontScheme name="Partner Demo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Partner Demo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make-demo-pptx</Application>
  <PresentationFormat>Widescreen</PresentationFormat>
  <Paragraphs>2</Paragraphs>
  <Slides>1</Slides>
  <Notes>0</Notes>
  <HiddenSlides>0</HiddenSlides>
  <MMClips>0</MMClips>
  <ScaleCrop>false</ScaleCrop>
  <Company>Partner Demo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Partner Demo template</dc:title>
  <dc:creator>Partner Demo</dc:creator>
  <cp:lastModifiedBy>Partner Demo</cp:lastModifiedBy>
  <cp:revision>1</cp:revision>
  <dcterms:created xsi:type="dcterms:W3CDTF">2026-01-01T00:00:00Z</dcterms:created>
  <dcterms:modified xsi:type="dcterms:W3CDTF">2026-01-01T00:00:00Z</dcterms:modified>
</cp:coreProperties>
</file>